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693bd40ea54009" /><Relationship Type="http://schemas.openxmlformats.org/officeDocument/2006/relationships/extended-properties" Target="/docProps/app.xml" Id="Rdab496bca0ac4338" /><Relationship Type="http://schemas.openxmlformats.org/officeDocument/2006/relationships/officeDocument" Target="/ppt/presentation.xml" Id="Rf08c2464a81e45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9aea08e944d92"/>
  </p:sldMasterIdLst>
  <p:notesMasterIdLst>
    <p:notesMasterId xmlns:r="http://schemas.openxmlformats.org/officeDocument/2006/relationships" r:id="R7ff3fdc8e1c64542"/>
  </p:notesMasterIdLst>
  <p:sldIdLst>
    <p:sldId xmlns:r="http://schemas.openxmlformats.org/officeDocument/2006/relationships" id="256" r:id="R55968d92f6df491e"/>
    <p:sldId xmlns:r="http://schemas.openxmlformats.org/officeDocument/2006/relationships" id="257" r:id="R6f3d62d039a54309"/>
    <p:sldId xmlns:r="http://schemas.openxmlformats.org/officeDocument/2006/relationships" id="258" r:id="R3604c243cf624b58"/>
    <p:sldId xmlns:r="http://schemas.openxmlformats.org/officeDocument/2006/relationships" id="259" r:id="Rcfc09a0b4f544815"/>
    <p:sldId xmlns:r="http://schemas.openxmlformats.org/officeDocument/2006/relationships" id="260" r:id="R6da51286e69341d1"/>
    <p:sldId xmlns:r="http://schemas.openxmlformats.org/officeDocument/2006/relationships" id="261" r:id="R1a852c46c8dd4b13"/>
    <p:sldId xmlns:r="http://schemas.openxmlformats.org/officeDocument/2006/relationships" id="262" r:id="R3c5d4ca36da747cb"/>
    <p:sldId xmlns:r="http://schemas.openxmlformats.org/officeDocument/2006/relationships" id="263" r:id="Re94bf343ad1141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3c6a2df0e436e" /><Relationship Type="http://schemas.openxmlformats.org/officeDocument/2006/relationships/slideMaster" Target="/ppt/slideMasters/slideMaster1.xml" Id="R0fd9aea08e944d92" /><Relationship Type="http://schemas.openxmlformats.org/officeDocument/2006/relationships/notesMaster" Target="/ppt/notesMasters/notesMaster1.xml" Id="R7ff3fdc8e1c64542" /><Relationship Type="http://schemas.openxmlformats.org/officeDocument/2006/relationships/presProps" Target="/ppt/presProps.xml" Id="R6c8ca3d943ee4647" /><Relationship Type="http://schemas.openxmlformats.org/officeDocument/2006/relationships/tableStyles" Target="/ppt/tableStyles.xml" Id="R2525177f2fc245a2" /><Relationship Type="http://schemas.openxmlformats.org/officeDocument/2006/relationships/slide" Target="/ppt/slides/slide1.xml" Id="R55968d92f6df491e" /><Relationship Type="http://schemas.openxmlformats.org/officeDocument/2006/relationships/slide" Target="/ppt/slides/slide2.xml" Id="R6f3d62d039a54309" /><Relationship Type="http://schemas.openxmlformats.org/officeDocument/2006/relationships/slide" Target="/ppt/slides/slide3.xml" Id="R3604c243cf624b58" /><Relationship Type="http://schemas.openxmlformats.org/officeDocument/2006/relationships/slide" Target="/ppt/slides/slide4.xml" Id="Rcfc09a0b4f544815" /><Relationship Type="http://schemas.openxmlformats.org/officeDocument/2006/relationships/slide" Target="/ppt/slides/slide5.xml" Id="R6da51286e69341d1" /><Relationship Type="http://schemas.openxmlformats.org/officeDocument/2006/relationships/slide" Target="/ppt/slides/slide6.xml" Id="R1a852c46c8dd4b13" /><Relationship Type="http://schemas.openxmlformats.org/officeDocument/2006/relationships/slide" Target="/ppt/slides/slide7.xml" Id="R3c5d4ca36da747cb" /><Relationship Type="http://schemas.openxmlformats.org/officeDocument/2006/relationships/slide" Target="/ppt/slides/slide8.xml" Id="Re94bf343ad11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e7ce90ec69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f76e4664de4a42" /><Relationship Type="http://schemas.openxmlformats.org/officeDocument/2006/relationships/notesMaster" Target="/ppt/notesMasters/notesMaster1.xml" Id="Rf8e31720c7c3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f9cf6231ed4772" /><Relationship Type="http://schemas.openxmlformats.org/officeDocument/2006/relationships/notesMaster" Target="/ppt/notesMasters/notesMaster1.xml" Id="Rf3d078ce5d8640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cb42ca55754b86" /><Relationship Type="http://schemas.openxmlformats.org/officeDocument/2006/relationships/notesMaster" Target="/ppt/notesMasters/notesMaster1.xml" Id="R6549d5d393da48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2b6e8edc584491" /><Relationship Type="http://schemas.openxmlformats.org/officeDocument/2006/relationships/notesMaster" Target="/ppt/notesMasters/notesMaster1.xml" Id="R85b46732aef447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1c99289abb4ac8" /><Relationship Type="http://schemas.openxmlformats.org/officeDocument/2006/relationships/notesMaster" Target="/ppt/notesMasters/notesMaster1.xml" Id="R5b697ccb7db040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a3053c33464dda" /><Relationship Type="http://schemas.openxmlformats.org/officeDocument/2006/relationships/notesMaster" Target="/ppt/notesMasters/notesMaster1.xml" Id="R0a77ee90379043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e9f11d1c1c4f36" /><Relationship Type="http://schemas.openxmlformats.org/officeDocument/2006/relationships/notesMaster" Target="/ppt/notesMasters/notesMaster1.xml" Id="R063066a4afe244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0b77c38e034e01" /><Relationship Type="http://schemas.openxmlformats.org/officeDocument/2006/relationships/notesMaster" Target="/ppt/notesMasters/notesMaster1.xml" Id="R0f426aa7bbca4e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63a61c5d44d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378855459429e" /><Relationship Type="http://schemas.openxmlformats.org/officeDocument/2006/relationships/slideLayout" Target="/ppt/slideLayouts/slideLayout1.xml" Id="R914d6aee90ad43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4d6aee90ad43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b02a993c44574" /><Relationship Type="http://schemas.openxmlformats.org/officeDocument/2006/relationships/notesSlide" Target="/ppt/notesSlides/notesSlide1.xml" Id="R4657ab21c6b14b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c3fddc9ee4ef2" /><Relationship Type="http://schemas.openxmlformats.org/officeDocument/2006/relationships/notesSlide" Target="/ppt/notesSlides/notesSlide2.xml" Id="R842302e1a96945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2be2316eb4b11" /><Relationship Type="http://schemas.openxmlformats.org/officeDocument/2006/relationships/notesSlide" Target="/ppt/notesSlides/notesSlide3.xml" Id="Rd7922f903c1f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7c99f189d41c4" /><Relationship Type="http://schemas.openxmlformats.org/officeDocument/2006/relationships/chart" Target="/ppt/slides/charts/chart1.xml" Id="R414316d159114d0d" /><Relationship Type="http://schemas.openxmlformats.org/officeDocument/2006/relationships/notesSlide" Target="/ppt/notesSlides/notesSlide4.xml" Id="R8675da699a7545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2c9dffaef4652" /><Relationship Type="http://schemas.openxmlformats.org/officeDocument/2006/relationships/chart" Target="/ppt/slides/charts/chart2.xml" Id="Raefd14e2345c4ffd" /><Relationship Type="http://schemas.openxmlformats.org/officeDocument/2006/relationships/notesSlide" Target="/ppt/notesSlides/notesSlide5.xml" Id="Ree5b788b2de0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c5325aa3f491a" /><Relationship Type="http://schemas.openxmlformats.org/officeDocument/2006/relationships/chart" Target="/ppt/slides/charts/chart3.xml" Id="R57729d84fdab46fe" /><Relationship Type="http://schemas.openxmlformats.org/officeDocument/2006/relationships/notesSlide" Target="/ppt/notesSlides/notesSlide6.xml" Id="R5c23c327c33b46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f84d38b934249" /><Relationship Type="http://schemas.openxmlformats.org/officeDocument/2006/relationships/notesSlide" Target="/ppt/notesSlides/notesSlide7.xml" Id="R9e7f24a43054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05f92b9014f27" /><Relationship Type="http://schemas.openxmlformats.org/officeDocument/2006/relationships/notesSlide" Target="/ppt/notesSlides/notesSlide8.xml" Id="Rc6b9229be40844a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Stock MNN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2"/>
              <c:pt idx="0">
                <c:v>Prefill TPS</c:v>
              </c:pt>
              <c:pt idx="1">
                <c:v>Decode TPS</c:v>
              </c:pt>
            </c:strLit>
          </c:cat>
          <c:val>
            <c:numLit>
              <c:formatCode>General</c:formatCode>
              <c:ptCount val="2"/>
              <c:pt idx="0">
                <c:v>46.2122</c:v>
              </c:pt>
              <c:pt idx="1">
                <c:v>2.28411</c:v>
              </c:pt>
            </c:numLit>
          </c:val>
        </c:ser>
        <c:ser>
          <c:idx val="1"/>
          <c:order val="1"/>
          <c:tx>
            <c:v>Customlib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2"/>
              <c:pt idx="0">
                <c:v>Prefill TPS</c:v>
              </c:pt>
              <c:pt idx="1">
                <c:v>Decode TPS</c:v>
              </c:pt>
            </c:strLit>
          </c:cat>
          <c:val>
            <c:numLit>
              <c:formatCode>General</c:formatCode>
              <c:ptCount val="2"/>
              <c:pt idx="0">
                <c:v>45.3368</c:v>
              </c:pt>
              <c:pt idx="1">
                <c:v>2.26638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Val val="1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Median ms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7"/>
              <c:pt idx="0">
                <c:v>W4 attn 4096x4096</c:v>
              </c:pt>
              <c:pt idx="1">
                <c:v>W4 MLP up 12288x4096</c:v>
              </c:pt>
              <c:pt idx="2">
                <c:v>W4 MLP down 4096x12288</c:v>
              </c:pt>
              <c:pt idx="3">
                <c:v>RMSNorm h4096</c:v>
              </c:pt>
              <c:pt idx="4">
                <c:v>RoPE q16 d256</c:v>
              </c:pt>
              <c:pt idx="5">
                <c:v>GQA decode ctx512</c:v>
              </c:pt>
              <c:pt idx="6">
                <c:v>Gated delta k/v128</c:v>
              </c:pt>
            </c:strLit>
          </c:cat>
          <c:val>
            <c:numLit>
              <c:formatCode>General</c:formatCode>
              <c:ptCount val="7"/>
              <c:pt idx="0">
                <c:v>74.2827</c:v>
              </c:pt>
              <c:pt idx="1">
                <c:v>222.725</c:v>
              </c:pt>
              <c:pt idx="2">
                <c:v>222.721</c:v>
              </c:pt>
              <c:pt idx="3">
                <c:v>0.004896</c:v>
              </c:pt>
              <c:pt idx="4">
                <c:v>0.109479</c:v>
              </c:pt>
              <c:pt idx="5">
                <c:v>1.84401</c:v>
              </c:pt>
              <c:pt idx="6">
                <c:v>0.035885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000000"/>
                  </a:solidFill>
                </a:defRPr>
              </a:pPr>
            </a:p>
          </c:txPr>
          <c:dLblPos val="outEnd"/>
          <c:showVal val="1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Total callback ms</c:v>
          </c:tx>
          <c:spPr>
            <a:solidFill xmlns:a="http://schemas.openxmlformats.org/drawingml/2006/main">
              <a:srgbClr val="2563EB"/>
            </a:solidFill>
          </c:spPr>
          <c:dLbls/>
          <c:cat>
            <c:strLit>
              <c:ptCount val="8"/>
              <c:pt idx="0">
                <c:v>Convolution</c:v>
              </c:pt>
              <c:pt idx="1">
                <c:v>Convolution</c:v>
              </c:pt>
              <c:pt idx="2">
                <c:v>UnaryOp</c:v>
              </c:pt>
              <c:pt idx="3">
                <c:v>Raster</c:v>
              </c:pt>
              <c:pt idx="4">
                <c:v>LinearAttn</c:v>
              </c:pt>
              <c:pt idx="5">
                <c:v>LayerNorm</c:v>
              </c:pt>
              <c:pt idx="6">
                <c:v>LinearAttn</c:v>
              </c:pt>
              <c:pt idx="7">
                <c:v>While</c:v>
              </c:pt>
            </c:strLit>
          </c:cat>
          <c:val>
            <c:numLit>
              <c:formatCode>General</c:formatCode>
              <c:ptCount val="8"/>
              <c:pt idx="0">
                <c:v>13226</c:v>
              </c:pt>
              <c:pt idx="1">
                <c:v>3991.1</c:v>
              </c:pt>
              <c:pt idx="2">
                <c:v>1312.83</c:v>
              </c:pt>
              <c:pt idx="3">
                <c:v>478.327</c:v>
              </c:pt>
              <c:pt idx="4">
                <c:v>427.151</c:v>
              </c:pt>
              <c:pt idx="5">
                <c:v>347.114</c:v>
              </c:pt>
              <c:pt idx="6">
                <c:v>294.523</c:v>
              </c:pt>
              <c:pt idx="7">
                <c:v>270.375</c:v>
              </c:pt>
            </c:numLit>
          </c:val>
        </c:ser>
        <c:dLbls/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89A940-BE30-46D7-A744-6FE3896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191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Qwen3.5-9B kernel library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EB098-99E4-48DC-A396-33A1A99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431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MNN stock vs customlib wrapper, generated kernel microbenchmarks, and MNN hot-path wall clock on AWS Device Farm.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C4509-971D-4698-9583-346A4AD1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09814-5C88-4D38-A4B6-4EDFD1AE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Device: Samsung Galaxy S26 Ultra, Android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A8158-D084-4C88-AB0B-ECD6B7EA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Runs: 47620117-57db-44bf-bdac-c1bb4007d03e / 71d082c0-3104-4dae-afe9-a08fedda791b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310D9-3884-4C4B-94AB-255DA30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1317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C0DAEF-0AA7-489D-9856-6FBE2ABF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final run used the full model artifact on a real Device Farm phone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73AF7-EEB5-467E-92B8-B9B80CF4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benchmark path downloaded the MNN model zip plus the full bf16 embedding file, then ran instrumentation on the target device.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46AE5-BB5C-44A3-8BC7-5DD34548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7429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5429250"/>
              </a:tblGrid>
              <a:tr h="476250">
                <a:tc>
                  <a:txBody>
                    <a:bodyPr/>
                    <a:lstStyle/>
                    <a:p>
                      <a:r>
                        <a:t>Proof point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Qwen/Qwen3.5-9B @ c20223623576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Quantization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w4a16_groupwise bits=4 group_size=64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Model zip SHA-256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fee6c0a893836afa0bae8376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Embeddings SHA-256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d87d444a38822588c6c1ed07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Stock bootstrap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downloaded_full_bf16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Custom bootstrap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downloaded_full_bf16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8D046-97F4-4961-9AF1-94871D2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162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97476-9FF6-437A-8658-D50B8982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Method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FC157-8BBB-4C7D-BC8E-C8E95872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495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1. Install stock/custom APKs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2. Push presigned artifact URL files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3. Download and verify model SHA-256 on device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4. Run 1 warmup + 5 measured generations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5. Pull JSON artifacts during test phase</a:t>
            </a:r>
          </a:p>
        </p:txBody>
      </p:sp>
    </p:spTree>
    <p:extLst>
      <p:ext uri="{BB962C8B-B14F-4D97-AF65-F5344CB8AC3E}">
        <p14:creationId xmlns:p14="http://schemas.microsoft.com/office/powerpoint/2010/main" val="1989025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A9E6B-833A-4E81-8D00-77B77F46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custom library exposes kernels and connectors, but generation still falls back to MNN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DE596-9E8C-4727-B7CB-DD9FA7F6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connector surface is present; this final benchmark separates end-to-end fallback behavior from standalone kernel timings.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FB5D1-A76C-4540-B52A-C47D0CF8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2A993-23E6-4124-B072-98295036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76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F1656-CF6F-4BBE-BAA6-E50F2192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Generated kernels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122C0-1A11-4619-8F85-2A7BBC2A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W2/W3/W4 low-bit GEMV dispatch, plus reference RMSNorm, RoPE, GQA decode, gated delta.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B6462-E17A-4441-80FE-69422BA1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476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BD973-DCE6-45D3-9CC7-E9D13558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MNN bridge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284AD-0237-4D86-97DA-964DF71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95625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Custom op registry and graph rewrite hooks define the integration points for replacing MNN ops.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4CC6-46C8-4058-B90D-7193F72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476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17704-AAFF-4C9E-9DD1-E02CE6A3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Runtime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01268-2D08-4AA2-AEDC-6DFABCAC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95625"/>
            <a:ext cx="2905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The current loaded path reports `customlib_api+mnn_llm_fallback`; hot path is not replaced.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D28E7-17B5-4407-9D00-DA81254A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Code anchors: customlib/kernels, customlib/mnn_bridge, customlib/runtime/session.cpp, android/benchmark_app/src/main/cpp/benchmark_jni.cpp</a:t>
            </a:r>
          </a:p>
        </p:txBody>
      </p:sp>
    </p:spTree>
    <p:extLst>
      <p:ext uri="{BB962C8B-B14F-4D97-AF65-F5344CB8AC3E}">
        <p14:creationId xmlns:p14="http://schemas.microsoft.com/office/powerpoint/2010/main" val="2047440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AB233-94EE-4D15-A2EB-4AEEA18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Overall generation performance is effectively MNN fallback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6AAC3-420E-4FE8-884D-EAC8AC67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Customlib end-to-end numbers should be read as wrapper overhead around MNN, not as replaced kernel acceleration.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5D5C8-87E2-4113-BB10-906D248A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51435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1190625"/>
                <a:gridCol w="1190625"/>
                <a:gridCol w="1238250"/>
              </a:tblGrid>
              <a:tr h="533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Stock MNN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Customlib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Ratio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Prefill TPS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46.212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45.337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0.9811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Decode TPS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2.284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2.266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0.9922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Decode TPOT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437.8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441.2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1.0078x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Load wall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8181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8058 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0" y="1809750"/>
          <a:ext xmlns:a="http://schemas.openxmlformats.org/drawingml/2006/main" cx="5143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4316d159114d0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ECE25-D14E-424C-A379-D29A83F3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76A8-6D21-4424-9A06-B1596710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914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0.992x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DF15-0B5D-410B-AFF4-8AC7FF7B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Custom / stock decode 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EBF93-F4A0-428B-9B1A-010200D9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07492-CBD1-4C70-BA15-5C3029C2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48300"/>
            <a:ext cx="1914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3.4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0852F-3542-4E17-A727-2FD59DED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134100"/>
            <a:ext cx="1914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Custom TPOT delta</a:t>
            </a:r>
          </a:p>
        </p:txBody>
      </p:sp>
    </p:spTree>
    <p:extLst>
      <p:ext uri="{BB962C8B-B14F-4D97-AF65-F5344CB8AC3E}">
        <p14:creationId xmlns:p14="http://schemas.microsoft.com/office/powerpoint/2010/main" val="2048556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044A3-3313-4DB2-A30B-41140C56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Generated kernel wall clock was measured on Qwen3.5-shaped tensors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E301F-EAD5-4281-8716-882FECD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linear generated dispatch currently calls reference body; hotpath_not_replaced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E9160-B580-450C-9890-D6B83881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14750"/>
                <a:gridCol w="1428750"/>
              </a:tblGrid>
              <a:tr h="428625">
                <a:tc>
                  <a:txBody>
                    <a:bodyPr/>
                    <a:lstStyle/>
                    <a:p>
                      <a:r>
                        <a:t>Kernel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Median ms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W4 attn 4096x4096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74.28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W4 MLP up 12288x4096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222.72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W4 MLP down 4096x12288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222.72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RMSNorm h4096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RoPE q16 d256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0.11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GQA decode ctx512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1.84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Gated delta k/v128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4DA6B-6BA8-49D1-8CE8-DFE3E51E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Implementation: W4 GEMV rows use generated dispatch with a reference body; non-linear rows use customlib reference kernels.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0" y="1809750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fd14e2345c4ffd"/>
          </a:graphicData>
        </a:graphic>
      </p:graphicFrame>
    </p:spTree>
    <p:extLst>
      <p:ext uri="{BB962C8B-B14F-4D97-AF65-F5344CB8AC3E}">
        <p14:creationId xmlns:p14="http://schemas.microsoft.com/office/powerpoint/2010/main" val="593486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C7817-DCE9-4DC0-A1C2-322CF00E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MNN hot-path wall clock came from the LLM debug callback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ECAA3-BEBC-4BFC-9CE5-EF0B0BD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This traces the actual MNN fallback path used by the custom wrapper during a 512-token prompt and 16-token decode sample.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5D6F4-FDC2-4979-A824-EBFA322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7143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62125"/>
                <a:gridCol w="1190625"/>
                <a:gridCol w="762000"/>
                <a:gridCol w="1285875"/>
                <a:gridCol w="1047750"/>
              </a:tblGrid>
              <a:tr h="381000">
                <a:tc>
                  <a:txBody>
                    <a:bodyPr/>
                    <a:lstStyle/>
                    <a:p>
                      <a:r>
                        <a:t>MNN op type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Total ms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 ms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prefill/first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13226.0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53.116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Convolution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3984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3991.1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1.002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UnaryOp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2464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1312.8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0.533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Raster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prefill/first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478.3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0.918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LinearAttn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427.2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1.112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LayerNorm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347.1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0.207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LinearAttn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prefill/first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294.5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12.272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While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270.4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0.512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810500" y="1809750"/>
          <a:ext xmlns:a="http://schemas.openxmlformats.org/drawingml/2006/main" cx="361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729d84fdab46f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E36DB-67F1-4500-A115-DEC2952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Trace status: ok; callback overhead included</a:t>
            </a:r>
          </a:p>
        </p:txBody>
      </p:sp>
    </p:spTree>
    <p:extLst>
      <p:ext uri="{BB962C8B-B14F-4D97-AF65-F5344CB8AC3E}">
        <p14:creationId xmlns:p14="http://schemas.microsoft.com/office/powerpoint/2010/main" val="1280437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E0C924-4312-4991-9D9E-F16DADCD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The evidence supports a precise conclusion, not a synthetic speedup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D7688-5F77-4EB9-ACDB-BA20A49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generated kernels exist and were timed, but the production generation path still uses MNN fallback.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8D67D-6949-4E70-AD3E-25167A9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0001250" cy="3286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7524750"/>
              </a:tblGrid>
              <a:tr h="547688">
                <a:tc>
                  <a:txBody>
                    <a:bodyPr/>
                    <a:lstStyle/>
                    <a:p>
                      <a:r>
                        <a:t>Claim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End-to-end comparison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Decode TPS custom/stock = 0.9922x; TPOT delta = 3.4 ms/token.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Kernel library creation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Generator output and connector hooks are compiled into the custom APK.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Kernel wall clock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 standalone Qwen3.5-shaped kernel rows captured on Device Farm.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MNN wall clock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2672 unique MNN ops and 22712 callback events captured.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Integration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customlib_api+mnn_llm_fallback; generated_arm64_kernels_present; hotpath_not_replaced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F4BDE-C486-4735-A726-46ED3E1F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70D9-F0FE-4C7B-9F55-3D1D50F8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Next engineering step: replace one MNN hot op through the bridge, then rerun this same Device Farm harness to produce an apples-to-apples hot-path speed comparison.</a:t>
            </a:r>
          </a:p>
        </p:txBody>
      </p:sp>
    </p:spTree>
    <p:extLst>
      <p:ext uri="{BB962C8B-B14F-4D97-AF65-F5344CB8AC3E}">
        <p14:creationId xmlns:p14="http://schemas.microsoft.com/office/powerpoint/2010/main" val="1140697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00898-8FC1-4F00-8F52-BE57B9E9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Artifact trail is sufficient to verify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B003F-B8D6-4B50-8669-31EAD97B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The raw Device Farm outputs, report JSON, and source anchors are retained in the workspace.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7F102-89C7-4363-BE45-22348F95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8953500"/>
              </a:tblGrid>
              <a:tr h="489857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Location / identifier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Report 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results/reports/qwen35_9b_devicefarm_v13_full_embeddings_report.json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Stock raw dir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results\raw\devicefarm_stock_full_embeddings_v13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Custom raw dir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results\raw\devicefarm_custom_full_embeddings_v13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Stock 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47620117-57db-44bf-bdac-c1bb4007d03e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Custom 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71d082c0-3104-4dae-afe9-a08fedda791b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t>Device pool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14d31c96-b8fc-4930-99c7-1a8948124213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1A2C3-08A6-46CA-9148-12DF4A75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No local Android driver, emulator, or attached-device workflow was used for these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937611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2026-07-04T06:24:58.3240000Z</dcterms:created>
  <dcterms:modified xsi:type="dcterms:W3CDTF">2026-07-04T06:24:58.3240000Z</dcterms:modified>
</coreProperties>
</file>